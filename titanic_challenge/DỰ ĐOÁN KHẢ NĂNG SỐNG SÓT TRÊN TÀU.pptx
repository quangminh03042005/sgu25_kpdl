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lethanh11l121@gmail.com" userId="3c7f393877d99ae5" providerId="LiveId" clId="{E2943611-EF26-4969-BC11-7744561FB6C4}"/>
    <pc:docChg chg="undo redo custSel addSld delSld modSld sldOrd">
      <pc:chgData name="duylethanh11l121@gmail.com" userId="3c7f393877d99ae5" providerId="LiveId" clId="{E2943611-EF26-4969-BC11-7744561FB6C4}" dt="2025-10-31T16:11:12.115" v="1300" actId="207"/>
      <pc:docMkLst>
        <pc:docMk/>
      </pc:docMkLst>
      <pc:sldChg chg="modSp mod">
        <pc:chgData name="duylethanh11l121@gmail.com" userId="3c7f393877d99ae5" providerId="LiveId" clId="{E2943611-EF26-4969-BC11-7744561FB6C4}" dt="2025-10-31T15:46:56.412" v="936" actId="255"/>
        <pc:sldMkLst>
          <pc:docMk/>
          <pc:sldMk cId="1715477418" sldId="263"/>
        </pc:sldMkLst>
        <pc:spChg chg="mod">
          <ac:chgData name="duylethanh11l121@gmail.com" userId="3c7f393877d99ae5" providerId="LiveId" clId="{E2943611-EF26-4969-BC11-7744561FB6C4}" dt="2025-10-31T15:46:56.412" v="936" actId="255"/>
          <ac:spMkLst>
            <pc:docMk/>
            <pc:sldMk cId="1715477418" sldId="263"/>
            <ac:spMk id="3" creationId="{1FAE2D42-582B-45D1-81FC-210433A75AB4}"/>
          </ac:spMkLst>
        </pc:spChg>
      </pc:sldChg>
      <pc:sldChg chg="addSp delSp modSp new mod">
        <pc:chgData name="duylethanh11l121@gmail.com" userId="3c7f393877d99ae5" providerId="LiveId" clId="{E2943611-EF26-4969-BC11-7744561FB6C4}" dt="2025-10-31T16:11:12.115" v="1300" actId="207"/>
        <pc:sldMkLst>
          <pc:docMk/>
          <pc:sldMk cId="1437947540" sldId="266"/>
        </pc:sldMkLst>
        <pc:spChg chg="add mod">
          <ac:chgData name="duylethanh11l121@gmail.com" userId="3c7f393877d99ae5" providerId="LiveId" clId="{E2943611-EF26-4969-BC11-7744561FB6C4}" dt="2025-10-31T16:07:07.128" v="1264" actId="207"/>
          <ac:spMkLst>
            <pc:docMk/>
            <pc:sldMk cId="1437947540" sldId="266"/>
            <ac:spMk id="2" creationId="{B436528E-87AF-4E42-92F1-AAC900B4A5F6}"/>
          </ac:spMkLst>
        </pc:spChg>
        <pc:spChg chg="add mod">
          <ac:chgData name="duylethanh11l121@gmail.com" userId="3c7f393877d99ae5" providerId="LiveId" clId="{E2943611-EF26-4969-BC11-7744561FB6C4}" dt="2025-10-31T16:06:43.429" v="1263" actId="207"/>
          <ac:spMkLst>
            <pc:docMk/>
            <pc:sldMk cId="1437947540" sldId="266"/>
            <ac:spMk id="3" creationId="{CFB9761D-BFEB-481C-87F1-1938B9D4BBBE}"/>
          </ac:spMkLst>
        </pc:spChg>
        <pc:spChg chg="add mod">
          <ac:chgData name="duylethanh11l121@gmail.com" userId="3c7f393877d99ae5" providerId="LiveId" clId="{E2943611-EF26-4969-BC11-7744561FB6C4}" dt="2025-10-31T16:07:23.831" v="1267" actId="207"/>
          <ac:spMkLst>
            <pc:docMk/>
            <pc:sldMk cId="1437947540" sldId="266"/>
            <ac:spMk id="4" creationId="{8812C993-A814-41A9-906B-43E27F6CA0FC}"/>
          </ac:spMkLst>
        </pc:spChg>
        <pc:spChg chg="add mod">
          <ac:chgData name="duylethanh11l121@gmail.com" userId="3c7f393877d99ae5" providerId="LiveId" clId="{E2943611-EF26-4969-BC11-7744561FB6C4}" dt="2025-10-31T16:07:45.795" v="1270" actId="207"/>
          <ac:spMkLst>
            <pc:docMk/>
            <pc:sldMk cId="1437947540" sldId="266"/>
            <ac:spMk id="5" creationId="{5F8C81E8-E568-48F9-A393-555BEC9F2FE3}"/>
          </ac:spMkLst>
        </pc:spChg>
        <pc:spChg chg="add mod">
          <ac:chgData name="duylethanh11l121@gmail.com" userId="3c7f393877d99ae5" providerId="LiveId" clId="{E2943611-EF26-4969-BC11-7744561FB6C4}" dt="2025-10-31T16:07:28.330" v="1268" actId="207"/>
          <ac:spMkLst>
            <pc:docMk/>
            <pc:sldMk cId="1437947540" sldId="266"/>
            <ac:spMk id="6" creationId="{56EE9D35-357F-4B96-8FAE-8949BCBB9D08}"/>
          </ac:spMkLst>
        </pc:spChg>
        <pc:spChg chg="add mod">
          <ac:chgData name="duylethanh11l121@gmail.com" userId="3c7f393877d99ae5" providerId="LiveId" clId="{E2943611-EF26-4969-BC11-7744561FB6C4}" dt="2025-10-31T16:06:18.269" v="1262" actId="207"/>
          <ac:spMkLst>
            <pc:docMk/>
            <pc:sldMk cId="1437947540" sldId="266"/>
            <ac:spMk id="7" creationId="{F7B5604E-54BA-4B0D-B218-DEE40723EADA}"/>
          </ac:spMkLst>
        </pc:spChg>
        <pc:spChg chg="add mod">
          <ac:chgData name="duylethanh11l121@gmail.com" userId="3c7f393877d99ae5" providerId="LiveId" clId="{E2943611-EF26-4969-BC11-7744561FB6C4}" dt="2025-10-31T15:13:25.744" v="454" actId="2711"/>
          <ac:spMkLst>
            <pc:docMk/>
            <pc:sldMk cId="1437947540" sldId="266"/>
            <ac:spMk id="9" creationId="{C5033192-0E98-4E3D-868B-D6EDDDC8A9D6}"/>
          </ac:spMkLst>
        </pc:spChg>
        <pc:spChg chg="add mod">
          <ac:chgData name="duylethanh11l121@gmail.com" userId="3c7f393877d99ae5" providerId="LiveId" clId="{E2943611-EF26-4969-BC11-7744561FB6C4}" dt="2025-10-31T15:59:16.835" v="1054" actId="14100"/>
          <ac:spMkLst>
            <pc:docMk/>
            <pc:sldMk cId="1437947540" sldId="266"/>
            <ac:spMk id="12" creationId="{7D99485A-4618-422E-A3CA-D8B4B2DF808D}"/>
          </ac:spMkLst>
        </pc:spChg>
        <pc:spChg chg="add mod">
          <ac:chgData name="duylethanh11l121@gmail.com" userId="3c7f393877d99ae5" providerId="LiveId" clId="{E2943611-EF26-4969-BC11-7744561FB6C4}" dt="2025-10-31T15:59:19.947" v="1055" actId="14100"/>
          <ac:spMkLst>
            <pc:docMk/>
            <pc:sldMk cId="1437947540" sldId="266"/>
            <ac:spMk id="13" creationId="{D78C78ED-0E03-4B19-B860-11D6BF2D0034}"/>
          </ac:spMkLst>
        </pc:spChg>
        <pc:spChg chg="add mod">
          <ac:chgData name="duylethanh11l121@gmail.com" userId="3c7f393877d99ae5" providerId="LiveId" clId="{E2943611-EF26-4969-BC11-7744561FB6C4}" dt="2025-10-31T16:07:41.749" v="1269" actId="207"/>
          <ac:spMkLst>
            <pc:docMk/>
            <pc:sldMk cId="1437947540" sldId="266"/>
            <ac:spMk id="26" creationId="{D64A5635-6D32-4FA4-9135-AA2D298BEBCA}"/>
          </ac:spMkLst>
        </pc:spChg>
        <pc:spChg chg="add del">
          <ac:chgData name="duylethanh11l121@gmail.com" userId="3c7f393877d99ae5" providerId="LiveId" clId="{E2943611-EF26-4969-BC11-7744561FB6C4}" dt="2025-10-31T15:22:59.337" v="552" actId="11529"/>
          <ac:spMkLst>
            <pc:docMk/>
            <pc:sldMk cId="1437947540" sldId="266"/>
            <ac:spMk id="34" creationId="{8DBA770F-C487-446B-A6A8-C20ED18F3154}"/>
          </ac:spMkLst>
        </pc:spChg>
        <pc:spChg chg="add mod">
          <ac:chgData name="duylethanh11l121@gmail.com" userId="3c7f393877d99ae5" providerId="LiveId" clId="{E2943611-EF26-4969-BC11-7744561FB6C4}" dt="2025-10-31T16:10:16.627" v="1276" actId="207"/>
          <ac:spMkLst>
            <pc:docMk/>
            <pc:sldMk cId="1437947540" sldId="266"/>
            <ac:spMk id="78" creationId="{B270F439-9630-4691-9B6B-E1D7945C8DCE}"/>
          </ac:spMkLst>
        </pc:spChg>
        <pc:spChg chg="add mod">
          <ac:chgData name="duylethanh11l121@gmail.com" userId="3c7f393877d99ae5" providerId="LiveId" clId="{E2943611-EF26-4969-BC11-7744561FB6C4}" dt="2025-10-31T16:07:57.329" v="1271" actId="207"/>
          <ac:spMkLst>
            <pc:docMk/>
            <pc:sldMk cId="1437947540" sldId="266"/>
            <ac:spMk id="81" creationId="{DB496B1B-C74C-4C4F-8B49-37AE4E2E0666}"/>
          </ac:spMkLst>
        </pc:spChg>
        <pc:spChg chg="add mod">
          <ac:chgData name="duylethanh11l121@gmail.com" userId="3c7f393877d99ae5" providerId="LiveId" clId="{E2943611-EF26-4969-BC11-7744561FB6C4}" dt="2025-10-31T16:11:12.115" v="1300" actId="207"/>
          <ac:spMkLst>
            <pc:docMk/>
            <pc:sldMk cId="1437947540" sldId="266"/>
            <ac:spMk id="82" creationId="{B40EB232-E981-4813-84FF-CD66C7CF2A04}"/>
          </ac:spMkLst>
        </pc:spChg>
        <pc:cxnChg chg="add mod">
          <ac:chgData name="duylethanh11l121@gmail.com" userId="3c7f393877d99ae5" providerId="LiveId" clId="{E2943611-EF26-4969-BC11-7744561FB6C4}" dt="2025-10-31T15:09:39.561" v="285" actId="1076"/>
          <ac:cxnSpMkLst>
            <pc:docMk/>
            <pc:sldMk cId="1437947540" sldId="266"/>
            <ac:cxnSpMk id="11" creationId="{4CB2A079-34A5-4D57-BC0F-CBCB3059CE0B}"/>
          </ac:cxnSpMkLst>
        </pc:cxnChg>
        <pc:cxnChg chg="add">
          <ac:chgData name="duylethanh11l121@gmail.com" userId="3c7f393877d99ae5" providerId="LiveId" clId="{E2943611-EF26-4969-BC11-7744561FB6C4}" dt="2025-10-31T15:10:12.193" v="291" actId="11529"/>
          <ac:cxnSpMkLst>
            <pc:docMk/>
            <pc:sldMk cId="1437947540" sldId="266"/>
            <ac:cxnSpMk id="15" creationId="{62F2195C-FCB6-4375-AB7D-961E66F4B08F}"/>
          </ac:cxnSpMkLst>
        </pc:cxnChg>
        <pc:cxnChg chg="add mod">
          <ac:chgData name="duylethanh11l121@gmail.com" userId="3c7f393877d99ae5" providerId="LiveId" clId="{E2943611-EF26-4969-BC11-7744561FB6C4}" dt="2025-10-31T15:58:51.860" v="1049" actId="1076"/>
          <ac:cxnSpMkLst>
            <pc:docMk/>
            <pc:sldMk cId="1437947540" sldId="266"/>
            <ac:cxnSpMk id="16" creationId="{BB975D28-B341-453F-97A1-3F001F7C02E8}"/>
          </ac:cxnSpMkLst>
        </pc:cxnChg>
        <pc:cxnChg chg="add del">
          <ac:chgData name="duylethanh11l121@gmail.com" userId="3c7f393877d99ae5" providerId="LiveId" clId="{E2943611-EF26-4969-BC11-7744561FB6C4}" dt="2025-10-31T16:00:46.265" v="1068" actId="478"/>
          <ac:cxnSpMkLst>
            <pc:docMk/>
            <pc:sldMk cId="1437947540" sldId="266"/>
            <ac:cxnSpMk id="25" creationId="{B10362BB-4FBF-418A-97C4-C1884F0334EC}"/>
          </ac:cxnSpMkLst>
        </pc:cxnChg>
        <pc:cxnChg chg="add del">
          <ac:chgData name="duylethanh11l121@gmail.com" userId="3c7f393877d99ae5" providerId="LiveId" clId="{E2943611-EF26-4969-BC11-7744561FB6C4}" dt="2025-10-31T15:14:00.574" v="459" actId="11529"/>
          <ac:cxnSpMkLst>
            <pc:docMk/>
            <pc:sldMk cId="1437947540" sldId="266"/>
            <ac:cxnSpMk id="28" creationId="{F6D3C56D-B166-43AC-8D0F-47EDB45C0B3E}"/>
          </ac:cxnSpMkLst>
        </pc:cxnChg>
        <pc:cxnChg chg="add mod">
          <ac:chgData name="duylethanh11l121@gmail.com" userId="3c7f393877d99ae5" providerId="LiveId" clId="{E2943611-EF26-4969-BC11-7744561FB6C4}" dt="2025-10-31T16:01:33.127" v="1087" actId="14100"/>
          <ac:cxnSpMkLst>
            <pc:docMk/>
            <pc:sldMk cId="1437947540" sldId="266"/>
            <ac:cxnSpMk id="29" creationId="{78B7FC7F-8189-4AF6-88D5-B1B0A8581BEE}"/>
          </ac:cxnSpMkLst>
        </pc:cxnChg>
        <pc:cxnChg chg="add mod">
          <ac:chgData name="duylethanh11l121@gmail.com" userId="3c7f393877d99ae5" providerId="LiveId" clId="{E2943611-EF26-4969-BC11-7744561FB6C4}" dt="2025-10-31T16:01:43.326" v="1089" actId="14100"/>
          <ac:cxnSpMkLst>
            <pc:docMk/>
            <pc:sldMk cId="1437947540" sldId="266"/>
            <ac:cxnSpMk id="31" creationId="{286A4F71-3B13-43F6-9D33-98A45F95E1CA}"/>
          </ac:cxnSpMkLst>
        </pc:cxnChg>
        <pc:cxnChg chg="add del">
          <ac:chgData name="duylethanh11l121@gmail.com" userId="3c7f393877d99ae5" providerId="LiveId" clId="{E2943611-EF26-4969-BC11-7744561FB6C4}" dt="2025-10-31T15:22:44.113" v="550" actId="11529"/>
          <ac:cxnSpMkLst>
            <pc:docMk/>
            <pc:sldMk cId="1437947540" sldId="266"/>
            <ac:cxnSpMk id="33" creationId="{CF42A6E5-2377-4F4D-AA18-9C820EDDCDA9}"/>
          </ac:cxnSpMkLst>
        </pc:cxnChg>
        <pc:cxnChg chg="add mod">
          <ac:chgData name="duylethanh11l121@gmail.com" userId="3c7f393877d99ae5" providerId="LiveId" clId="{E2943611-EF26-4969-BC11-7744561FB6C4}" dt="2025-10-31T16:02:05.579" v="1093" actId="14100"/>
          <ac:cxnSpMkLst>
            <pc:docMk/>
            <pc:sldMk cId="1437947540" sldId="266"/>
            <ac:cxnSpMk id="36" creationId="{CD10CF20-3CED-4524-AEAE-8292B42231A3}"/>
          </ac:cxnSpMkLst>
        </pc:cxnChg>
        <pc:cxnChg chg="add mod">
          <ac:chgData name="duylethanh11l121@gmail.com" userId="3c7f393877d99ae5" providerId="LiveId" clId="{E2943611-EF26-4969-BC11-7744561FB6C4}" dt="2025-10-31T16:01:51.858" v="1091" actId="14100"/>
          <ac:cxnSpMkLst>
            <pc:docMk/>
            <pc:sldMk cId="1437947540" sldId="266"/>
            <ac:cxnSpMk id="38" creationId="{06D8A0BD-2895-422B-8F13-F381CEE9089F}"/>
          </ac:cxnSpMkLst>
        </pc:cxnChg>
        <pc:cxnChg chg="add">
          <ac:chgData name="duylethanh11l121@gmail.com" userId="3c7f393877d99ae5" providerId="LiveId" clId="{E2943611-EF26-4969-BC11-7744561FB6C4}" dt="2025-10-31T15:59:32.521" v="1057" actId="11529"/>
          <ac:cxnSpMkLst>
            <pc:docMk/>
            <pc:sldMk cId="1437947540" sldId="266"/>
            <ac:cxnSpMk id="46" creationId="{A0D8248A-E617-4EF0-AB3A-054A8F24B008}"/>
          </ac:cxnSpMkLst>
        </pc:cxnChg>
        <pc:cxnChg chg="add mod">
          <ac:chgData name="duylethanh11l121@gmail.com" userId="3c7f393877d99ae5" providerId="LiveId" clId="{E2943611-EF26-4969-BC11-7744561FB6C4}" dt="2025-10-31T16:03:50.017" v="1106" actId="14100"/>
          <ac:cxnSpMkLst>
            <pc:docMk/>
            <pc:sldMk cId="1437947540" sldId="266"/>
            <ac:cxnSpMk id="62" creationId="{E9A86D4D-DA51-4C74-A30E-56682614D354}"/>
          </ac:cxnSpMkLst>
        </pc:cxnChg>
        <pc:cxnChg chg="add mod">
          <ac:chgData name="duylethanh11l121@gmail.com" userId="3c7f393877d99ae5" providerId="LiveId" clId="{E2943611-EF26-4969-BC11-7744561FB6C4}" dt="2025-10-31T16:03:59.015" v="1108" actId="14100"/>
          <ac:cxnSpMkLst>
            <pc:docMk/>
            <pc:sldMk cId="1437947540" sldId="266"/>
            <ac:cxnSpMk id="64" creationId="{D7F38747-2F16-433A-AF0E-200B7DEC501E}"/>
          </ac:cxnSpMkLst>
        </pc:cxnChg>
        <pc:cxnChg chg="add mod">
          <ac:chgData name="duylethanh11l121@gmail.com" userId="3c7f393877d99ae5" providerId="LiveId" clId="{E2943611-EF26-4969-BC11-7744561FB6C4}" dt="2025-10-31T16:03:55.359" v="1107" actId="14100"/>
          <ac:cxnSpMkLst>
            <pc:docMk/>
            <pc:sldMk cId="1437947540" sldId="266"/>
            <ac:cxnSpMk id="66" creationId="{5C509E3D-50EC-4BC4-A218-6AF7CA0A0861}"/>
          </ac:cxnSpMkLst>
        </pc:cxnChg>
        <pc:cxnChg chg="add del mod">
          <ac:chgData name="duylethanh11l121@gmail.com" userId="3c7f393877d99ae5" providerId="LiveId" clId="{E2943611-EF26-4969-BC11-7744561FB6C4}" dt="2025-10-31T16:03:18.414" v="1101" actId="478"/>
          <ac:cxnSpMkLst>
            <pc:docMk/>
            <pc:sldMk cId="1437947540" sldId="266"/>
            <ac:cxnSpMk id="68" creationId="{2219FE5E-409B-43B7-8483-AA3B5B6D7849}"/>
          </ac:cxnSpMkLst>
        </pc:cxnChg>
        <pc:cxnChg chg="add mod">
          <ac:chgData name="duylethanh11l121@gmail.com" userId="3c7f393877d99ae5" providerId="LiveId" clId="{E2943611-EF26-4969-BC11-7744561FB6C4}" dt="2025-10-31T16:04:02.514" v="1109" actId="14100"/>
          <ac:cxnSpMkLst>
            <pc:docMk/>
            <pc:sldMk cId="1437947540" sldId="266"/>
            <ac:cxnSpMk id="71" creationId="{1BBA8B2A-25BA-4DC6-8C2A-188477988ED4}"/>
          </ac:cxnSpMkLst>
        </pc:cxnChg>
        <pc:cxnChg chg="add">
          <ac:chgData name="duylethanh11l121@gmail.com" userId="3c7f393877d99ae5" providerId="LiveId" clId="{E2943611-EF26-4969-BC11-7744561FB6C4}" dt="2025-10-31T16:05:06.484" v="1215" actId="11529"/>
          <ac:cxnSpMkLst>
            <pc:docMk/>
            <pc:sldMk cId="1437947540" sldId="266"/>
            <ac:cxnSpMk id="80" creationId="{59D5D3D5-2078-4919-954E-1BF6BC45DE06}"/>
          </ac:cxnSpMkLst>
        </pc:cxnChg>
      </pc:sldChg>
      <pc:sldChg chg="new del">
        <pc:chgData name="duylethanh11l121@gmail.com" userId="3c7f393877d99ae5" providerId="LiveId" clId="{E2943611-EF26-4969-BC11-7744561FB6C4}" dt="2025-10-31T15:19:40.616" v="480" actId="2696"/>
        <pc:sldMkLst>
          <pc:docMk/>
          <pc:sldMk cId="3068642605" sldId="267"/>
        </pc:sldMkLst>
      </pc:sldChg>
      <pc:sldChg chg="addSp delSp modSp add mod">
        <pc:chgData name="duylethanh11l121@gmail.com" userId="3c7f393877d99ae5" providerId="LiveId" clId="{E2943611-EF26-4969-BC11-7744561FB6C4}" dt="2025-10-31T15:47:39.542" v="949" actId="1076"/>
        <pc:sldMkLst>
          <pc:docMk/>
          <pc:sldMk cId="3933136346" sldId="267"/>
        </pc:sldMkLst>
        <pc:spChg chg="mod">
          <ac:chgData name="duylethanh11l121@gmail.com" userId="3c7f393877d99ae5" providerId="LiveId" clId="{E2943611-EF26-4969-BC11-7744561FB6C4}" dt="2025-10-31T15:47:39.542" v="949" actId="1076"/>
          <ac:spMkLst>
            <pc:docMk/>
            <pc:sldMk cId="3933136346" sldId="267"/>
            <ac:spMk id="2" creationId="{1D1EC549-93F0-45BF-91A1-FEB39158A1D0}"/>
          </ac:spMkLst>
        </pc:spChg>
        <pc:spChg chg="del mod">
          <ac:chgData name="duylethanh11l121@gmail.com" userId="3c7f393877d99ae5" providerId="LiveId" clId="{E2943611-EF26-4969-BC11-7744561FB6C4}" dt="2025-10-31T15:20:06.102" v="498"/>
          <ac:spMkLst>
            <pc:docMk/>
            <pc:sldMk cId="3933136346" sldId="267"/>
            <ac:spMk id="3" creationId="{1FAE2D42-582B-45D1-81FC-210433A75AB4}"/>
          </ac:spMkLst>
        </pc:spChg>
        <pc:spChg chg="add mod">
          <ac:chgData name="duylethanh11l121@gmail.com" userId="3c7f393877d99ae5" providerId="LiveId" clId="{E2943611-EF26-4969-BC11-7744561FB6C4}" dt="2025-10-31T15:46:07.590" v="934" actId="20577"/>
          <ac:spMkLst>
            <pc:docMk/>
            <pc:sldMk cId="3933136346" sldId="267"/>
            <ac:spMk id="7" creationId="{807CC4F0-6C3F-414D-BA61-CBC24B1B0760}"/>
          </ac:spMkLst>
        </pc:spChg>
        <pc:spChg chg="add mod">
          <ac:chgData name="duylethanh11l121@gmail.com" userId="3c7f393877d99ae5" providerId="LiveId" clId="{E2943611-EF26-4969-BC11-7744561FB6C4}" dt="2025-10-31T15:46:00.691" v="933" actId="1076"/>
          <ac:spMkLst>
            <pc:docMk/>
            <pc:sldMk cId="3933136346" sldId="267"/>
            <ac:spMk id="9" creationId="{8EECF1E1-4D7B-43E4-AF5D-0DED63EFAC96}"/>
          </ac:spMkLst>
        </pc:spChg>
        <pc:picChg chg="add mod">
          <ac:chgData name="duylethanh11l121@gmail.com" userId="3c7f393877d99ae5" providerId="LiveId" clId="{E2943611-EF26-4969-BC11-7744561FB6C4}" dt="2025-10-31T15:45:41.403" v="928" actId="1076"/>
          <ac:picMkLst>
            <pc:docMk/>
            <pc:sldMk cId="3933136346" sldId="267"/>
            <ac:picMk id="1026" creationId="{B409D278-F8CC-4062-8697-74180D77EAF9}"/>
          </ac:picMkLst>
        </pc:picChg>
        <pc:picChg chg="del">
          <ac:chgData name="duylethanh11l121@gmail.com" userId="3c7f393877d99ae5" providerId="LiveId" clId="{E2943611-EF26-4969-BC11-7744561FB6C4}" dt="2025-10-31T15:20:03.009" v="493" actId="478"/>
          <ac:picMkLst>
            <pc:docMk/>
            <pc:sldMk cId="3933136346" sldId="267"/>
            <ac:picMk id="5122" creationId="{D6A34F1E-F239-4FA2-8037-A5109D351317}"/>
          </ac:picMkLst>
        </pc:picChg>
      </pc:sldChg>
      <pc:sldChg chg="addSp delSp modSp add mod ord">
        <pc:chgData name="duylethanh11l121@gmail.com" userId="3c7f393877d99ae5" providerId="LiveId" clId="{E2943611-EF26-4969-BC11-7744561FB6C4}" dt="2025-10-31T15:46:39.532" v="935" actId="1076"/>
        <pc:sldMkLst>
          <pc:docMk/>
          <pc:sldMk cId="1316173407" sldId="268"/>
        </pc:sldMkLst>
        <pc:spChg chg="mod">
          <ac:chgData name="duylethanh11l121@gmail.com" userId="3c7f393877d99ae5" providerId="LiveId" clId="{E2943611-EF26-4969-BC11-7744561FB6C4}" dt="2025-10-31T15:26:21.784" v="590"/>
          <ac:spMkLst>
            <pc:docMk/>
            <pc:sldMk cId="1316173407" sldId="268"/>
            <ac:spMk id="2" creationId="{1D1EC549-93F0-45BF-91A1-FEB39158A1D0}"/>
          </ac:spMkLst>
        </pc:spChg>
        <pc:spChg chg="del mod">
          <ac:chgData name="duylethanh11l121@gmail.com" userId="3c7f393877d99ae5" providerId="LiveId" clId="{E2943611-EF26-4969-BC11-7744561FB6C4}" dt="2025-10-31T15:26:26.444" v="594"/>
          <ac:spMkLst>
            <pc:docMk/>
            <pc:sldMk cId="1316173407" sldId="268"/>
            <ac:spMk id="3" creationId="{1FAE2D42-582B-45D1-81FC-210433A75AB4}"/>
          </ac:spMkLst>
        </pc:spChg>
        <pc:spChg chg="add mod">
          <ac:chgData name="duylethanh11l121@gmail.com" userId="3c7f393877d99ae5" providerId="LiveId" clId="{E2943611-EF26-4969-BC11-7744561FB6C4}" dt="2025-10-31T15:27:57.437" v="600" actId="20577"/>
          <ac:spMkLst>
            <pc:docMk/>
            <pc:sldMk cId="1316173407" sldId="268"/>
            <ac:spMk id="4" creationId="{3DAA861B-2A2B-4355-BC54-5248D9748373}"/>
          </ac:spMkLst>
        </pc:spChg>
        <pc:spChg chg="add mod">
          <ac:chgData name="duylethanh11l121@gmail.com" userId="3c7f393877d99ae5" providerId="LiveId" clId="{E2943611-EF26-4969-BC11-7744561FB6C4}" dt="2025-10-31T15:39:50.770" v="900" actId="1076"/>
          <ac:spMkLst>
            <pc:docMk/>
            <pc:sldMk cId="1316173407" sldId="268"/>
            <ac:spMk id="7" creationId="{711AD8CE-EC98-487F-AD7A-61966BBEAEB5}"/>
          </ac:spMkLst>
        </pc:spChg>
        <pc:spChg chg="add del mod">
          <ac:chgData name="duylethanh11l121@gmail.com" userId="3c7f393877d99ae5" providerId="LiveId" clId="{E2943611-EF26-4969-BC11-7744561FB6C4}" dt="2025-10-31T15:31:12.805" v="645"/>
          <ac:spMkLst>
            <pc:docMk/>
            <pc:sldMk cId="1316173407" sldId="268"/>
            <ac:spMk id="8" creationId="{5258550E-2713-4417-A562-FE7998178A68}"/>
          </ac:spMkLst>
        </pc:spChg>
        <pc:spChg chg="add mod">
          <ac:chgData name="duylethanh11l121@gmail.com" userId="3c7f393877d99ae5" providerId="LiveId" clId="{E2943611-EF26-4969-BC11-7744561FB6C4}" dt="2025-10-31T15:39:37.527" v="897" actId="1076"/>
          <ac:spMkLst>
            <pc:docMk/>
            <pc:sldMk cId="1316173407" sldId="268"/>
            <ac:spMk id="9" creationId="{E8562FD6-FE8F-401A-804F-C908AF81D1EB}"/>
          </ac:spMkLst>
        </pc:spChg>
        <pc:spChg chg="add del">
          <ac:chgData name="duylethanh11l121@gmail.com" userId="3c7f393877d99ae5" providerId="LiveId" clId="{E2943611-EF26-4969-BC11-7744561FB6C4}" dt="2025-10-31T15:32:02.429" v="652"/>
          <ac:spMkLst>
            <pc:docMk/>
            <pc:sldMk cId="1316173407" sldId="268"/>
            <ac:spMk id="10" creationId="{2097EDF6-C652-4986-A1F2-8022A22F09BC}"/>
          </ac:spMkLst>
        </pc:spChg>
        <pc:spChg chg="add mod">
          <ac:chgData name="duylethanh11l121@gmail.com" userId="3c7f393877d99ae5" providerId="LiveId" clId="{E2943611-EF26-4969-BC11-7744561FB6C4}" dt="2025-10-31T15:36:41.188" v="826" actId="1076"/>
          <ac:spMkLst>
            <pc:docMk/>
            <pc:sldMk cId="1316173407" sldId="268"/>
            <ac:spMk id="11" creationId="{14A365FD-461C-4C2D-B7F4-5B64FA516F52}"/>
          </ac:spMkLst>
        </pc:spChg>
        <pc:spChg chg="add del">
          <ac:chgData name="duylethanh11l121@gmail.com" userId="3c7f393877d99ae5" providerId="LiveId" clId="{E2943611-EF26-4969-BC11-7744561FB6C4}" dt="2025-10-31T15:33:01.347" v="710"/>
          <ac:spMkLst>
            <pc:docMk/>
            <pc:sldMk cId="1316173407" sldId="268"/>
            <ac:spMk id="12" creationId="{C45E72DB-3997-45D2-81D7-F532FAAE7723}"/>
          </ac:spMkLst>
        </pc:spChg>
        <pc:spChg chg="add del mod">
          <ac:chgData name="duylethanh11l121@gmail.com" userId="3c7f393877d99ae5" providerId="LiveId" clId="{E2943611-EF26-4969-BC11-7744561FB6C4}" dt="2025-10-31T15:33:07.604" v="713" actId="478"/>
          <ac:spMkLst>
            <pc:docMk/>
            <pc:sldMk cId="1316173407" sldId="268"/>
            <ac:spMk id="13" creationId="{A83C6F8E-325B-4639-91DA-B500698371DF}"/>
          </ac:spMkLst>
        </pc:spChg>
        <pc:spChg chg="add del">
          <ac:chgData name="duylethanh11l121@gmail.com" userId="3c7f393877d99ae5" providerId="LiveId" clId="{E2943611-EF26-4969-BC11-7744561FB6C4}" dt="2025-10-31T15:33:07.604" v="713" actId="478"/>
          <ac:spMkLst>
            <pc:docMk/>
            <pc:sldMk cId="1316173407" sldId="268"/>
            <ac:spMk id="14" creationId="{2F429B72-103F-4E68-AD4A-02007245F0A2}"/>
          </ac:spMkLst>
        </pc:spChg>
        <pc:spChg chg="add mod">
          <ac:chgData name="duylethanh11l121@gmail.com" userId="3c7f393877d99ae5" providerId="LiveId" clId="{E2943611-EF26-4969-BC11-7744561FB6C4}" dt="2025-10-31T15:37:12.676" v="833" actId="1076"/>
          <ac:spMkLst>
            <pc:docMk/>
            <pc:sldMk cId="1316173407" sldId="268"/>
            <ac:spMk id="15" creationId="{898C821E-EE5B-4665-A5CF-E100F0B8A6B7}"/>
          </ac:spMkLst>
        </pc:spChg>
        <pc:spChg chg="add mod">
          <ac:chgData name="duylethanh11l121@gmail.com" userId="3c7f393877d99ae5" providerId="LiveId" clId="{E2943611-EF26-4969-BC11-7744561FB6C4}" dt="2025-10-31T15:37:15.946" v="834" actId="1076"/>
          <ac:spMkLst>
            <pc:docMk/>
            <pc:sldMk cId="1316173407" sldId="268"/>
            <ac:spMk id="16" creationId="{24CB4923-63F9-41AA-AB3E-AD079BD204B1}"/>
          </ac:spMkLst>
        </pc:spChg>
        <pc:spChg chg="add mod">
          <ac:chgData name="duylethanh11l121@gmail.com" userId="3c7f393877d99ae5" providerId="LiveId" clId="{E2943611-EF26-4969-BC11-7744561FB6C4}" dt="2025-10-31T15:37:19.021" v="835" actId="1076"/>
          <ac:spMkLst>
            <pc:docMk/>
            <pc:sldMk cId="1316173407" sldId="268"/>
            <ac:spMk id="17" creationId="{A339EEB6-F731-4763-950E-924CE4AE5446}"/>
          </ac:spMkLst>
        </pc:spChg>
        <pc:spChg chg="add mod">
          <ac:chgData name="duylethanh11l121@gmail.com" userId="3c7f393877d99ae5" providerId="LiveId" clId="{E2943611-EF26-4969-BC11-7744561FB6C4}" dt="2025-10-31T15:38:03.461" v="848" actId="1076"/>
          <ac:spMkLst>
            <pc:docMk/>
            <pc:sldMk cId="1316173407" sldId="268"/>
            <ac:spMk id="18" creationId="{402DD3D2-4BD8-4F98-9475-30F7C8264ED5}"/>
          </ac:spMkLst>
        </pc:spChg>
        <pc:spChg chg="add mod">
          <ac:chgData name="duylethanh11l121@gmail.com" userId="3c7f393877d99ae5" providerId="LiveId" clId="{E2943611-EF26-4969-BC11-7744561FB6C4}" dt="2025-10-31T15:46:39.532" v="935" actId="1076"/>
          <ac:spMkLst>
            <pc:docMk/>
            <pc:sldMk cId="1316173407" sldId="268"/>
            <ac:spMk id="19" creationId="{E1F71BFD-D649-4667-8A6E-0FD4FE533015}"/>
          </ac:spMkLst>
        </pc:spChg>
        <pc:picChg chg="add mod">
          <ac:chgData name="duylethanh11l121@gmail.com" userId="3c7f393877d99ae5" providerId="LiveId" clId="{E2943611-EF26-4969-BC11-7744561FB6C4}" dt="2025-10-31T15:34:04.934" v="735" actId="1076"/>
          <ac:picMkLst>
            <pc:docMk/>
            <pc:sldMk cId="1316173407" sldId="268"/>
            <ac:picMk id="6" creationId="{B13481EB-36D8-4A61-8632-252BC9C803B0}"/>
          </ac:picMkLst>
        </pc:picChg>
        <pc:picChg chg="del">
          <ac:chgData name="duylethanh11l121@gmail.com" userId="3c7f393877d99ae5" providerId="LiveId" clId="{E2943611-EF26-4969-BC11-7744561FB6C4}" dt="2025-10-31T15:26:23.974" v="591" actId="478"/>
          <ac:picMkLst>
            <pc:docMk/>
            <pc:sldMk cId="1316173407" sldId="268"/>
            <ac:picMk id="5122" creationId="{D6A34F1E-F239-4FA2-8037-A5109D351317}"/>
          </ac:picMkLst>
        </pc:picChg>
      </pc:sldChg>
      <pc:sldChg chg="addSp delSp modSp add mod">
        <pc:chgData name="duylethanh11l121@gmail.com" userId="3c7f393877d99ae5" providerId="LiveId" clId="{E2943611-EF26-4969-BC11-7744561FB6C4}" dt="2025-10-31T15:55:13.725" v="1033" actId="14100"/>
        <pc:sldMkLst>
          <pc:docMk/>
          <pc:sldMk cId="2294110806" sldId="269"/>
        </pc:sldMkLst>
        <pc:spChg chg="mod">
          <ac:chgData name="duylethanh11l121@gmail.com" userId="3c7f393877d99ae5" providerId="LiveId" clId="{E2943611-EF26-4969-BC11-7744561FB6C4}" dt="2025-10-31T15:50:48.838" v="998" actId="1076"/>
          <ac:spMkLst>
            <pc:docMk/>
            <pc:sldMk cId="2294110806" sldId="269"/>
            <ac:spMk id="2" creationId="{1D1EC549-93F0-45BF-91A1-FEB39158A1D0}"/>
          </ac:spMkLst>
        </pc:spChg>
        <pc:spChg chg="del mod">
          <ac:chgData name="duylethanh11l121@gmail.com" userId="3c7f393877d99ae5" providerId="LiveId" clId="{E2943611-EF26-4969-BC11-7744561FB6C4}" dt="2025-10-31T15:51:47.855" v="1007"/>
          <ac:spMkLst>
            <pc:docMk/>
            <pc:sldMk cId="2294110806" sldId="269"/>
            <ac:spMk id="3" creationId="{1FAE2D42-582B-45D1-81FC-210433A75AB4}"/>
          </ac:spMkLst>
        </pc:spChg>
        <pc:spChg chg="add mod">
          <ac:chgData name="duylethanh11l121@gmail.com" userId="3c7f393877d99ae5" providerId="LiveId" clId="{E2943611-EF26-4969-BC11-7744561FB6C4}" dt="2025-10-31T15:54:34.612" v="1028" actId="1076"/>
          <ac:spMkLst>
            <pc:docMk/>
            <pc:sldMk cId="2294110806" sldId="269"/>
            <ac:spMk id="8" creationId="{D2B4484F-3404-4DF1-9988-73073CBD356B}"/>
          </ac:spMkLst>
        </pc:spChg>
        <pc:spChg chg="add mod">
          <ac:chgData name="duylethanh11l121@gmail.com" userId="3c7f393877d99ae5" providerId="LiveId" clId="{E2943611-EF26-4969-BC11-7744561FB6C4}" dt="2025-10-31T15:55:13.725" v="1033" actId="14100"/>
          <ac:spMkLst>
            <pc:docMk/>
            <pc:sldMk cId="2294110806" sldId="269"/>
            <ac:spMk id="9" creationId="{D1D493DE-5A62-4B72-A199-CFE084CF0C74}"/>
          </ac:spMkLst>
        </pc:spChg>
        <pc:spChg chg="add mod">
          <ac:chgData name="duylethanh11l121@gmail.com" userId="3c7f393877d99ae5" providerId="LiveId" clId="{E2943611-EF26-4969-BC11-7744561FB6C4}" dt="2025-10-31T15:54:59.831" v="1031" actId="207"/>
          <ac:spMkLst>
            <pc:docMk/>
            <pc:sldMk cId="2294110806" sldId="269"/>
            <ac:spMk id="10" creationId="{245E4697-4AB5-4364-90A0-CD7E1062CA3A}"/>
          </ac:spMkLst>
        </pc:spChg>
        <pc:graphicFrameChg chg="add del mod modGraphic">
          <ac:chgData name="duylethanh11l121@gmail.com" userId="3c7f393877d99ae5" providerId="LiveId" clId="{E2943611-EF26-4969-BC11-7744561FB6C4}" dt="2025-10-31T15:49:31.452" v="976" actId="478"/>
          <ac:graphicFrameMkLst>
            <pc:docMk/>
            <pc:sldMk cId="2294110806" sldId="269"/>
            <ac:graphicFrameMk id="4" creationId="{B1F4E918-2283-4B3A-BE6B-4B0886A48D76}"/>
          </ac:graphicFrameMkLst>
        </pc:graphicFrameChg>
        <pc:graphicFrameChg chg="add del mod">
          <ac:chgData name="duylethanh11l121@gmail.com" userId="3c7f393877d99ae5" providerId="LiveId" clId="{E2943611-EF26-4969-BC11-7744561FB6C4}" dt="2025-10-31T15:49:12.375" v="971"/>
          <ac:graphicFrameMkLst>
            <pc:docMk/>
            <pc:sldMk cId="2294110806" sldId="269"/>
            <ac:graphicFrameMk id="5" creationId="{27568DE8-BEF8-4F58-AEC6-B4E5AB3BACD8}"/>
          </ac:graphicFrameMkLst>
        </pc:graphicFrameChg>
        <pc:picChg chg="add mod">
          <ac:chgData name="duylethanh11l121@gmail.com" userId="3c7f393877d99ae5" providerId="LiveId" clId="{E2943611-EF26-4969-BC11-7744561FB6C4}" dt="2025-10-31T15:54:30.881" v="1027" actId="1076"/>
          <ac:picMkLst>
            <pc:docMk/>
            <pc:sldMk cId="2294110806" sldId="269"/>
            <ac:picMk id="7" creationId="{6409B3D4-4BB5-45F2-BE33-0807EB556521}"/>
          </ac:picMkLst>
        </pc:picChg>
        <pc:picChg chg="del">
          <ac:chgData name="duylethanh11l121@gmail.com" userId="3c7f393877d99ae5" providerId="LiveId" clId="{E2943611-EF26-4969-BC11-7744561FB6C4}" dt="2025-10-31T15:47:09.744" v="937" actId="478"/>
          <ac:picMkLst>
            <pc:docMk/>
            <pc:sldMk cId="2294110806" sldId="269"/>
            <ac:picMk id="5122" creationId="{D6A34F1E-F239-4FA2-8037-A5109D3513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83929-8A0C-49C4-89BE-32C8BB0FE55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32D03-B5AA-47CC-B683-2A3DF9EF4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6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A515-5EB0-475F-B1F6-23774C09E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FBF23-4B2A-420E-A74E-E82A86D12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52A39-57F7-4515-8F9D-F1B86A43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B543D-BF40-4E9A-B9F3-13156919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09CFB-87B8-4135-BE93-BE8BE5FB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5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E76E-84BD-4B5A-8400-50A8D012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7201-0C28-4135-A712-28938D3AC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04D67-12C3-4DF4-B499-794FEB9F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8A4CE-6829-42D6-9473-20D9AABA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E0961-8594-475A-ADD6-CEAD4012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1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6F03-F359-48EC-8B5D-0745B199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8C74-DAFA-4BFC-8086-40D926C4C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9B210-7BE2-41DB-8BA7-147BB7695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38B61-907C-4D2F-A87D-E932393F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E8D27-3B72-4676-AFB8-E3ABDD7D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3EC4-9342-42BB-929E-605C1808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B4D6E-DABF-45F3-8748-C7F005619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8F6D6-D39C-4007-A943-5FAA1FB34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C0612-C3D0-455F-8C7C-F71A3BC7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41186-25F8-4B99-BDBF-A88534646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2F0BB-1B39-47AA-9187-D10069A5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0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A3BB7-7144-4675-A8AE-2FBDCBCD9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7948E-EA2F-4648-AD8C-73A8967A4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5D7A7-FE3B-4559-84BB-1EB5AF893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FA865-B1EC-41FA-8DEF-3AC9C50F3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B2CB6-FDE8-47B5-8FDE-14CDB6CEE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7AA4C-C738-4552-BC07-59E07EC7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DD5D7-29A4-4DFF-AB36-A1392EFE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DFE85-E365-4192-BA11-6F87FD7F3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4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F7CD-7711-41CA-98CE-5CDB3741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05C89-D988-439D-98F6-D8C0579C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836EE-BDA0-4411-8B64-DD33BA4E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AD246-9BC0-472F-823E-C6638A91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6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17C88-41E5-48F4-84F7-8DA8E08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106C4-061B-4436-BAA6-85A3458C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B10C0-89DD-4574-BE95-7F29A50D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3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C251-3670-4F2C-9C40-43DDFB42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A5E2-C853-43B2-A3F3-E8B44C24C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0D95B-B005-4035-A867-D09F6DFDC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241F5-5EB5-4EAE-BBFB-F81A3B80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3450C-FD94-4D5E-B3ED-9D907019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59DB0-4FC6-4B3C-9107-4DE11461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6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CA56-6F22-4A14-B636-3419C1B6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F3C84-BF2D-4655-AB84-9B2A68BB2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52C9F-A922-4A8E-89E0-F3DC18425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2519C-8B61-48B9-8EA2-F32725CD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1F532-AE03-4DDF-9381-7E195E8D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E0478-8629-4B54-98B5-EAAF7C09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8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61B5-4B38-4104-A56F-AC7C9265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0EE7C-0795-4B1D-845C-48FD41688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FDBC-6032-49DE-8E19-8DA23082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B446E-6DED-42EC-922C-05E8A194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9ED4C-047B-434F-8575-EA72D667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1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62966-AF9B-400D-962A-B6EB01B90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6E269-26E4-4849-B79B-35ABEF1F2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784F6-CF10-4037-9310-6E1064F41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F2E9A-A6AC-4AAB-9223-CA3833EA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97DC5-CE35-4A51-9D9F-BC73CD40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3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E9641-6D60-467B-A912-B30733DB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73C58-314D-4595-AF7D-DDDBA7369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591A-D645-4039-B61E-2CE228E28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74347-D2B7-4409-B3C8-E5AAA165F76C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F13C9-0C3E-415F-8F8C-1637F1F4A7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220D-F1D3-42E2-99F8-0E0B30C32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96594-3550-42DA-98D6-619322A07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0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8682-2DBB-4D9C-82A5-FE36F4754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1262"/>
            <a:ext cx="9144000" cy="783771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ĐOÁN KHẢ NĂNG SỐNG SÓT TRÊN TÀU TITANIC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1F795-73E1-4277-A12A-9A8895522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1413163"/>
            <a:ext cx="9144000" cy="397824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Thảm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0E7683-600A-454F-AA6E-61995637E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879" y="2132553"/>
            <a:ext cx="2170241" cy="224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1B060CF-A9E4-4E82-A0D4-25DDDECAFF5B}"/>
              </a:ext>
            </a:extLst>
          </p:cNvPr>
          <p:cNvSpPr txBox="1">
            <a:spLocks/>
          </p:cNvSpPr>
          <p:nvPr/>
        </p:nvSpPr>
        <p:spPr>
          <a:xfrm>
            <a:off x="380010" y="5698178"/>
            <a:ext cx="12192001" cy="3978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	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049DC-2855-4975-A7C1-235C6F9AF1E8}"/>
              </a:ext>
            </a:extLst>
          </p:cNvPr>
          <p:cNvSpPr txBox="1"/>
          <p:nvPr/>
        </p:nvSpPr>
        <p:spPr>
          <a:xfrm>
            <a:off x="1523998" y="5122224"/>
            <a:ext cx="9204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Đinh Quang Minh – 3123580024, Lê Thành Duy – 3123580007, D</a:t>
            </a:r>
            <a:r>
              <a:rPr lang="vi-VN"/>
              <a:t>ư</a:t>
            </a:r>
            <a:r>
              <a:rPr lang="en-US"/>
              <a:t>ơng Tấn C</a:t>
            </a:r>
            <a:r>
              <a:rPr lang="vi-VN"/>
              <a:t>ư</a:t>
            </a:r>
            <a:r>
              <a:rPr lang="en-US"/>
              <a:t>ờng - 3123580004</a:t>
            </a:r>
          </a:p>
        </p:txBody>
      </p:sp>
    </p:spTree>
    <p:extLst>
      <p:ext uri="{BB962C8B-B14F-4D97-AF65-F5344CB8AC3E}">
        <p14:creationId xmlns:p14="http://schemas.microsoft.com/office/powerpoint/2010/main" val="323408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FB5ACC-B545-4AD3-B784-765EF7093E6D}"/>
              </a:ext>
            </a:extLst>
          </p:cNvPr>
          <p:cNvSpPr txBox="1"/>
          <p:nvPr/>
        </p:nvSpPr>
        <p:spPr>
          <a:xfrm>
            <a:off x="2500251" y="776590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  <a:latin typeface="system-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F5F20-13F7-4873-B39F-B8AD80D8C3F3}"/>
              </a:ext>
            </a:extLst>
          </p:cNvPr>
          <p:cNvSpPr txBox="1"/>
          <p:nvPr/>
        </p:nvSpPr>
        <p:spPr>
          <a:xfrm>
            <a:off x="2652651" y="930922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01128-9270-4A90-8CC3-44C35398C534}"/>
              </a:ext>
            </a:extLst>
          </p:cNvPr>
          <p:cNvSpPr txBox="1"/>
          <p:nvPr/>
        </p:nvSpPr>
        <p:spPr>
          <a:xfrm>
            <a:off x="2805051" y="1141032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  <a:latin typeface="system-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38D0A-1BDF-41F2-B55B-C1996AFA21DC}"/>
              </a:ext>
            </a:extLst>
          </p:cNvPr>
          <p:cNvSpPr txBox="1"/>
          <p:nvPr/>
        </p:nvSpPr>
        <p:spPr>
          <a:xfrm>
            <a:off x="2500251" y="375544"/>
            <a:ext cx="6095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effectLst/>
              <a:latin typeface="system-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AED561-194E-4A53-8E3D-C8DFE6BE4DE3}"/>
              </a:ext>
            </a:extLst>
          </p:cNvPr>
          <p:cNvSpPr txBox="1"/>
          <p:nvPr/>
        </p:nvSpPr>
        <p:spPr>
          <a:xfrm>
            <a:off x="1116282" y="375544"/>
            <a:ext cx="36160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15EBF-F2EA-438A-8A1B-C7835D28AF04}"/>
              </a:ext>
            </a:extLst>
          </p:cNvPr>
          <p:cNvSpPr txBox="1"/>
          <p:nvPr/>
        </p:nvSpPr>
        <p:spPr>
          <a:xfrm>
            <a:off x="1217220" y="1510364"/>
            <a:ext cx="41207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b="0" i="0" dirty="0"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08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1" y="670956"/>
            <a:ext cx="362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A10167B-F98B-4F87-A6CB-9EE711248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281" y="1541279"/>
            <a:ext cx="9676894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tàu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RMS Titanic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chìm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1912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trôi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Thảm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1500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2224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thủy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9AF0C1-9696-4450-83D3-D5CF99EFB775}"/>
              </a:ext>
            </a:extLst>
          </p:cNvPr>
          <p:cNvCxnSpPr>
            <a:cxnSpLocks/>
          </p:cNvCxnSpPr>
          <p:nvPr/>
        </p:nvCxnSpPr>
        <p:spPr>
          <a:xfrm>
            <a:off x="1710046" y="2333502"/>
            <a:ext cx="0" cy="492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1DD0CD-1074-4CA3-AC9C-6AF793348EEE}"/>
              </a:ext>
            </a:extLst>
          </p:cNvPr>
          <p:cNvCxnSpPr>
            <a:cxnSpLocks/>
          </p:cNvCxnSpPr>
          <p:nvPr/>
        </p:nvCxnSpPr>
        <p:spPr>
          <a:xfrm>
            <a:off x="1710046" y="3429000"/>
            <a:ext cx="0" cy="44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72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1" y="670956"/>
            <a:ext cx="362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E31FF0-9657-48D9-A199-50C5244C2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5657" y="1737617"/>
            <a:ext cx="520110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Titanic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Kaggle.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891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Sex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SibSp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Parch: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Embarked: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tàu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Survived (0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No description has been provided for this image">
            <a:extLst>
              <a:ext uri="{FF2B5EF4-FFF2-40B4-BE49-F238E27FC236}">
                <a16:creationId xmlns:a16="http://schemas.microsoft.com/office/drawing/2014/main" id="{071C84C3-8E1B-4AC9-AA83-603BB210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761" y="921779"/>
            <a:ext cx="38481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B6A5AB-BDD6-4CCB-BF8B-607D2F8D465D}"/>
              </a:ext>
            </a:extLst>
          </p:cNvPr>
          <p:cNvSpPr txBox="1"/>
          <p:nvPr/>
        </p:nvSpPr>
        <p:spPr>
          <a:xfrm>
            <a:off x="6857958" y="5008004"/>
            <a:ext cx="288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Chỉ</a:t>
            </a:r>
            <a:r>
              <a:rPr lang="en-US" dirty="0"/>
              <a:t> 38.4%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</a:t>
            </a:r>
            <a:r>
              <a:rPr lang="en-US" dirty="0" err="1"/>
              <a:t>sót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90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79" y="670956"/>
            <a:ext cx="6947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KHÁM PHÁ</a:t>
            </a:r>
          </a:p>
        </p:txBody>
      </p:sp>
      <p:pic>
        <p:nvPicPr>
          <p:cNvPr id="4098" name="Picture 2" descr="No description has been provided for this image">
            <a:extLst>
              <a:ext uri="{FF2B5EF4-FFF2-40B4-BE49-F238E27FC236}">
                <a16:creationId xmlns:a16="http://schemas.microsoft.com/office/drawing/2014/main" id="{75847669-3223-4F0A-8F10-B3469FF09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47" y="1442358"/>
            <a:ext cx="10392765" cy="3468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4BC097-8D24-4015-8287-10947BD5F51D}"/>
              </a:ext>
            </a:extLst>
          </p:cNvPr>
          <p:cNvSpPr txBox="1"/>
          <p:nvPr/>
        </p:nvSpPr>
        <p:spPr>
          <a:xfrm>
            <a:off x="884711" y="5081821"/>
            <a:ext cx="993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ần </a:t>
            </a:r>
            <a:r>
              <a:rPr lang="vi-V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600 </a:t>
            </a: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 và hơn </a:t>
            </a:r>
            <a:r>
              <a:rPr lang="vi-V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nữ.</a:t>
            </a: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Đa số hành khách lên tàu tại cảng </a:t>
            </a:r>
            <a:r>
              <a:rPr lang="vi-V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(Southampton), tiếp theo là </a:t>
            </a:r>
            <a:r>
              <a:rPr lang="vi-V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(Cherbourg) và </a:t>
            </a:r>
            <a:r>
              <a:rPr lang="vi-V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vi-VN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(Queenstown) với số lượng ít hơn.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81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KHÁM PHÁ  </a:t>
            </a:r>
          </a:p>
        </p:txBody>
      </p:sp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D6A34F1E-F239-4FA2-8037-A5109D351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25" y="1448294"/>
            <a:ext cx="6619875" cy="35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AE2D42-582B-45D1-81FC-210433A75AB4}"/>
              </a:ext>
            </a:extLst>
          </p:cNvPr>
          <p:cNvSpPr txBox="1"/>
          <p:nvPr/>
        </p:nvSpPr>
        <p:spPr>
          <a:xfrm>
            <a:off x="903825" y="5349834"/>
            <a:ext cx="8269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20–40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28–30 </a:t>
            </a:r>
            <a:r>
              <a:rPr lang="en-US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5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KHÁM PHÁ  </a:t>
            </a:r>
          </a:p>
        </p:txBody>
      </p:sp>
      <p:pic>
        <p:nvPicPr>
          <p:cNvPr id="6146" name="Picture 2" descr="No description has been provided for this image">
            <a:extLst>
              <a:ext uri="{FF2B5EF4-FFF2-40B4-BE49-F238E27FC236}">
                <a16:creationId xmlns:a16="http://schemas.microsoft.com/office/drawing/2014/main" id="{EC376C6A-2CEE-4213-9509-F40D9D918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26" y="1309171"/>
            <a:ext cx="3848100" cy="365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No description has been provided for this image">
            <a:extLst>
              <a:ext uri="{FF2B5EF4-FFF2-40B4-BE49-F238E27FC236}">
                <a16:creationId xmlns:a16="http://schemas.microsoft.com/office/drawing/2014/main" id="{9E733D16-F919-4DCD-BB4C-C5CC2A04A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636" y="1309170"/>
            <a:ext cx="5143500" cy="345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CC3A7C-0DA1-46E2-99A9-5EF2B2327AEE}"/>
              </a:ext>
            </a:extLst>
          </p:cNvPr>
          <p:cNvSpPr txBox="1"/>
          <p:nvPr/>
        </p:nvSpPr>
        <p:spPr>
          <a:xfrm>
            <a:off x="945326" y="5054101"/>
            <a:ext cx="9320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 </a:t>
            </a:r>
            <a:r>
              <a:rPr lang="vi-VN" b="1" i="0" dirty="0">
                <a:effectLst/>
                <a:latin typeface="+mj-lt"/>
              </a:rPr>
              <a:t>Nam giới (male)</a:t>
            </a:r>
            <a:r>
              <a:rPr lang="vi-VN" b="0" i="0" dirty="0">
                <a:effectLst/>
                <a:latin typeface="+mj-lt"/>
              </a:rPr>
              <a:t> chiếm phần lớn số hành khách, tuy nhiên </a:t>
            </a:r>
            <a:r>
              <a:rPr lang="vi-VN" b="1" i="0" dirty="0">
                <a:effectLst/>
                <a:latin typeface="+mj-lt"/>
              </a:rPr>
              <a:t>tỷ lệ sống sót rất thấp</a:t>
            </a:r>
            <a:r>
              <a:rPr lang="vi-VN" b="0" i="0" dirty="0">
                <a:effectLst/>
                <a:latin typeface="+mj-lt"/>
              </a:rPr>
              <a:t> — phần lớn đàn ông trên tàu không qua khỏi.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+mj-lt"/>
              </a:rPr>
              <a:t> </a:t>
            </a:r>
            <a:r>
              <a:rPr lang="vi-VN" b="1" i="0" dirty="0">
                <a:effectLst/>
                <a:latin typeface="+mj-lt"/>
              </a:rPr>
              <a:t>Nữ giới (female)</a:t>
            </a:r>
            <a:r>
              <a:rPr lang="vi-VN" b="0" i="0" dirty="0">
                <a:effectLst/>
                <a:latin typeface="+mj-lt"/>
              </a:rPr>
              <a:t> có </a:t>
            </a:r>
            <a:r>
              <a:rPr lang="vi-VN" b="1" i="0" dirty="0">
                <a:effectLst/>
                <a:latin typeface="+mj-lt"/>
              </a:rPr>
              <a:t>tỷ lệ sống sót cao hơn rõ rệt</a:t>
            </a:r>
            <a:r>
              <a:rPr lang="vi-VN" b="0" i="0" dirty="0">
                <a:effectLst/>
                <a:latin typeface="+mj-lt"/>
              </a:rPr>
              <a:t>, với số người sống sót </a:t>
            </a:r>
            <a:r>
              <a:rPr lang="vi-VN" b="1" i="0" dirty="0">
                <a:effectLst/>
                <a:latin typeface="+mj-lt"/>
              </a:rPr>
              <a:t>vượt xa số không sống sót</a:t>
            </a:r>
            <a:r>
              <a:rPr lang="vi-VN" b="0" i="0" dirty="0">
                <a:effectLst/>
                <a:latin typeface="+mj-lt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70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KHÁM PHÁ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E2D42-582B-45D1-81FC-210433A75AB4}"/>
              </a:ext>
            </a:extLst>
          </p:cNvPr>
          <p:cNvSpPr txBox="1"/>
          <p:nvPr/>
        </p:nvSpPr>
        <p:spPr>
          <a:xfrm>
            <a:off x="1211283" y="4474110"/>
            <a:ext cx="82698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ỉ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 1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1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 &gt; </a:t>
            </a:r>
            <a:r>
              <a:rPr lang="en-US" sz="14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ảng S (Southampton)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có 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hành khách lớn nhất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nhưng 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tỷ lệ tử vong cao hơn đáng kể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so với tỷ lệ sống sót.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Cảng C (Cherbourg)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có 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tỷ lệ sống sót cao nhất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trong ba cảng — số người sống sót vượt số người không sống sót.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Cảng Q (Queenstown)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có 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ít hành khách nhất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và </a:t>
            </a:r>
            <a:r>
              <a:rPr lang="vi-VN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tỷ lệ tử vong cao hơn tỷ lệ sống sót</a:t>
            </a:r>
            <a:r>
              <a:rPr lang="vi-V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vi-VN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B2BBEDD2-F984-464E-A23A-0F80C7FEB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34" y="1395351"/>
            <a:ext cx="5143500" cy="293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o description has been provided for this image">
            <a:extLst>
              <a:ext uri="{FF2B5EF4-FFF2-40B4-BE49-F238E27FC236}">
                <a16:creationId xmlns:a16="http://schemas.microsoft.com/office/drawing/2014/main" id="{5870B72D-9B59-4C18-AD7B-99219115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220" y="1395349"/>
            <a:ext cx="5143500" cy="293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47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KHÁM PHÁ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E2D42-582B-45D1-81FC-210433A75AB4}"/>
              </a:ext>
            </a:extLst>
          </p:cNvPr>
          <p:cNvSpPr txBox="1"/>
          <p:nvPr/>
        </p:nvSpPr>
        <p:spPr>
          <a:xfrm>
            <a:off x="1015221" y="4239491"/>
            <a:ext cx="4689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Mrs (phụ nữ đã kết hôn)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cao nhất (~80%)</a:t>
            </a:r>
            <a:r>
              <a:rPr lang="vi-VN" sz="1400" b="0" i="0" dirty="0">
                <a:effectLst/>
                <a:latin typeface="+mj-lt"/>
              </a:rPr>
              <a:t>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Miss (phụ nữ chưa kết hôn)</a:t>
            </a:r>
            <a:r>
              <a:rPr lang="vi-VN" sz="1400" b="0" i="0" dirty="0">
                <a:effectLst/>
                <a:latin typeface="+mj-lt"/>
              </a:rPr>
              <a:t> cũng có </a:t>
            </a:r>
            <a:r>
              <a:rPr lang="vi-VN" sz="1400" b="1" i="0" dirty="0">
                <a:effectLst/>
                <a:latin typeface="+mj-lt"/>
              </a:rPr>
              <a:t>tỷ lệ sống sót cao (~70%)</a:t>
            </a:r>
            <a:r>
              <a:rPr lang="vi-VN" sz="1400" b="0" i="0" dirty="0">
                <a:effectLst/>
                <a:latin typeface="+mj-lt"/>
              </a:rPr>
              <a:t>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Master (trẻ em nam)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trung bình (~58%)</a:t>
            </a:r>
            <a:r>
              <a:rPr lang="vi-VN" sz="1400" b="0" i="0" dirty="0">
                <a:effectLst/>
                <a:latin typeface="+mj-lt"/>
              </a:rPr>
              <a:t>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Mr (đàn ông trưởng thành)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thấp nhất (~15%)</a:t>
            </a:r>
            <a:r>
              <a:rPr lang="vi-VN" sz="1400" b="0" i="0" dirty="0">
                <a:effectLst/>
                <a:latin typeface="+mj-lt"/>
              </a:rPr>
              <a:t>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Rare (các danh xưng hiếm, như quý tộc hoặc sĩ quan)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biến động (~45%)</a:t>
            </a:r>
            <a:r>
              <a:rPr lang="en-US" sz="1400" dirty="0">
                <a:latin typeface="+mj-lt"/>
              </a:rPr>
              <a:t>.</a:t>
            </a:r>
          </a:p>
        </p:txBody>
      </p:sp>
      <p:pic>
        <p:nvPicPr>
          <p:cNvPr id="8194" name="Picture 2" descr="No description has been provided for this image">
            <a:extLst>
              <a:ext uri="{FF2B5EF4-FFF2-40B4-BE49-F238E27FC236}">
                <a16:creationId xmlns:a16="http://schemas.microsoft.com/office/drawing/2014/main" id="{E94B7C22-3C65-4D7F-935D-74F83C2F7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21" y="1261669"/>
            <a:ext cx="4849769" cy="29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No description has been provided for this image">
            <a:extLst>
              <a:ext uri="{FF2B5EF4-FFF2-40B4-BE49-F238E27FC236}">
                <a16:creationId xmlns:a16="http://schemas.microsoft.com/office/drawing/2014/main" id="{37727FD7-27EB-44D8-912C-278FBA813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673" y="1255731"/>
            <a:ext cx="5125624" cy="279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FDABA6-118E-45D3-A4EF-EA9B743D36A3}"/>
              </a:ext>
            </a:extLst>
          </p:cNvPr>
          <p:cNvSpPr txBox="1"/>
          <p:nvPr/>
        </p:nvSpPr>
        <p:spPr>
          <a:xfrm>
            <a:off x="6096000" y="4239492"/>
            <a:ext cx="46373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Child (trẻ em)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cao nhất (~58%)</a:t>
            </a:r>
            <a:endParaRPr lang="en-US" sz="1400" dirty="0"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Teen (thiếu niên)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trung bình (~43%)</a:t>
            </a:r>
            <a:endParaRPr lang="vi-VN" sz="1400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Young Adult (thanh niên)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thấp nhất trong nhóm người trẻ (~35%)</a:t>
            </a:r>
            <a:endParaRPr lang="vi-VN" sz="1400" b="0" i="0" dirty="0"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Adult (người trưởng thành)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khoảng 40%</a:t>
            </a:r>
            <a:r>
              <a:rPr lang="vi-VN" sz="1400" b="0" i="0" dirty="0">
                <a:effectLst/>
                <a:latin typeface="+mj-lt"/>
              </a:rPr>
              <a:t> cho thấy một phần phụ nữ trưởng thành được cứu, nhưng nam giới thì không.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+mj-lt"/>
              </a:rPr>
              <a:t> </a:t>
            </a:r>
            <a:r>
              <a:rPr lang="vi-VN" sz="1400" b="1" i="0" dirty="0">
                <a:effectLst/>
                <a:latin typeface="+mj-lt"/>
              </a:rPr>
              <a:t>Senior (người cao tuổi)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thấp nhất (~23%)</a:t>
            </a:r>
            <a:endParaRPr lang="vi-VN" sz="14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6279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KHÁM PHÁ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E2D42-582B-45D1-81FC-210433A75AB4}"/>
              </a:ext>
            </a:extLst>
          </p:cNvPr>
          <p:cNvSpPr txBox="1"/>
          <p:nvPr/>
        </p:nvSpPr>
        <p:spPr>
          <a:xfrm>
            <a:off x="6030686" y="4367232"/>
            <a:ext cx="51895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j-lt"/>
              </a:rPr>
              <a:t> </a:t>
            </a:r>
            <a:r>
              <a:rPr lang="vi-VN" sz="1400" b="0" i="0" dirty="0">
                <a:effectLst/>
                <a:latin typeface="+mj-lt"/>
              </a:rPr>
              <a:t>Các khoang </a:t>
            </a:r>
            <a:r>
              <a:rPr lang="vi-VN" sz="1400" b="1" i="0" dirty="0">
                <a:effectLst/>
                <a:latin typeface="+mj-lt"/>
              </a:rPr>
              <a:t>tầng trên và giữa tàu</a:t>
            </a:r>
            <a:r>
              <a:rPr lang="vi-VN" sz="1400" b="0" i="0" dirty="0">
                <a:effectLst/>
                <a:latin typeface="+mj-lt"/>
              </a:rPr>
              <a:t> (B, D, E) có lợi thế về </a:t>
            </a:r>
            <a:r>
              <a:rPr lang="vi-VN" sz="1400" b="1" i="0" dirty="0">
                <a:effectLst/>
                <a:latin typeface="+mj-lt"/>
              </a:rPr>
              <a:t>khoảng cách đến xuồng cứu sinh</a:t>
            </a:r>
            <a:r>
              <a:rPr lang="vi-VN" sz="1400" b="0" i="0" dirty="0">
                <a:effectLst/>
                <a:latin typeface="+mj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j-lt"/>
              </a:rPr>
              <a:t> </a:t>
            </a:r>
            <a:r>
              <a:rPr lang="vi-VN" sz="1400" b="0" i="0" dirty="0">
                <a:effectLst/>
                <a:latin typeface="+mj-lt"/>
              </a:rPr>
              <a:t>Các khoang </a:t>
            </a:r>
            <a:r>
              <a:rPr lang="vi-VN" sz="1400" b="1" i="0" dirty="0">
                <a:effectLst/>
                <a:latin typeface="+mj-lt"/>
              </a:rPr>
              <a:t>tầng dưới</a:t>
            </a:r>
            <a:r>
              <a:rPr lang="vi-VN" sz="1400" b="0" i="0" dirty="0">
                <a:effectLst/>
                <a:latin typeface="+mj-lt"/>
              </a:rPr>
              <a:t> (G) và </a:t>
            </a:r>
            <a:r>
              <a:rPr lang="vi-VN" sz="1400" b="1" i="0" dirty="0">
                <a:effectLst/>
                <a:latin typeface="+mj-lt"/>
              </a:rPr>
              <a:t>không xác định</a:t>
            </a:r>
            <a:r>
              <a:rPr lang="vi-VN" sz="1400" b="0" i="0" dirty="0">
                <a:effectLst/>
                <a:latin typeface="+mj-lt"/>
              </a:rPr>
              <a:t> (U) gặp nhiều khó khăn hơn trong việc thoát hiểm.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+mj-lt"/>
              </a:rPr>
              <a:t> </a:t>
            </a:r>
            <a:r>
              <a:rPr lang="vi-VN" sz="1400" b="0" i="0" dirty="0">
                <a:effectLst/>
                <a:latin typeface="+mj-lt"/>
              </a:rPr>
              <a:t>Độ biến thiên lớn ở hầu hết các khoang cho thấy </a:t>
            </a:r>
            <a:r>
              <a:rPr lang="vi-VN" sz="1400" b="1" i="0" dirty="0">
                <a:effectLst/>
                <a:latin typeface="+mj-lt"/>
              </a:rPr>
              <a:t>yếu tố cá nhân</a:t>
            </a:r>
            <a:r>
              <a:rPr lang="vi-VN" sz="1400" b="0" i="0" dirty="0">
                <a:effectLst/>
                <a:latin typeface="+mj-lt"/>
              </a:rPr>
              <a:t> (giới tính, tuổi tác, hạng vé) vẫn đóng vai trò quan trọng. Phân tích biểu đồ tỷ lệ sống sót theo khu vực khoang tàu</a:t>
            </a:r>
          </a:p>
          <a:p>
            <a:endParaRPr lang="en-US" sz="1400" dirty="0">
              <a:latin typeface="+mj-lt"/>
            </a:endParaRPr>
          </a:p>
        </p:txBody>
      </p:sp>
      <p:pic>
        <p:nvPicPr>
          <p:cNvPr id="9218" name="Picture 2" descr="No description has been provided for this image">
            <a:extLst>
              <a:ext uri="{FF2B5EF4-FFF2-40B4-BE49-F238E27FC236}">
                <a16:creationId xmlns:a16="http://schemas.microsoft.com/office/drawing/2014/main" id="{DDDB1733-4BA3-4C32-B0D4-E6B3EF30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44" y="1371599"/>
            <a:ext cx="5037119" cy="287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No description has been provided for this image">
            <a:extLst>
              <a:ext uri="{FF2B5EF4-FFF2-40B4-BE49-F238E27FC236}">
                <a16:creationId xmlns:a16="http://schemas.microsoft.com/office/drawing/2014/main" id="{55B25E78-E11E-4D6E-AD8D-5F3EB3B3E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391" y="1371598"/>
            <a:ext cx="5104409" cy="287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0DDA5B-0848-4C16-9026-3C5BEF706FE1}"/>
              </a:ext>
            </a:extLst>
          </p:cNvPr>
          <p:cNvSpPr txBox="1"/>
          <p:nvPr/>
        </p:nvSpPr>
        <p:spPr>
          <a:xfrm>
            <a:off x="1033152" y="4367232"/>
            <a:ext cx="45244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vi-VN" sz="1400" b="1" i="0" dirty="0">
                <a:effectLst/>
                <a:latin typeface="+mj-lt"/>
              </a:rPr>
              <a:t>Gia đình nhỏ (Small)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cao nhất</a:t>
            </a:r>
            <a:r>
              <a:rPr lang="vi-VN" sz="1400" b="0" i="0" dirty="0">
                <a:effectLst/>
                <a:latin typeface="+mj-lt"/>
              </a:rPr>
              <a:t> (~58%), cho thấy việc đi cùng một số ít thành viên gia đình </a:t>
            </a:r>
            <a:r>
              <a:rPr lang="vi-VN" sz="1400" b="1" i="0" dirty="0">
                <a:effectLst/>
                <a:latin typeface="+mj-lt"/>
              </a:rPr>
              <a:t>tăng khả năng hỗ trợ và phối hợp</a:t>
            </a:r>
            <a:r>
              <a:rPr lang="vi-VN" sz="1400" b="0" i="0" dirty="0">
                <a:effectLst/>
                <a:latin typeface="+mj-lt"/>
              </a:rPr>
              <a:t> trong tình huống khẩn cấp.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400" b="1" i="0" dirty="0">
                <a:effectLst/>
                <a:latin typeface="+mj-lt"/>
              </a:rPr>
              <a:t>Đi một mình (Alone)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trung bình</a:t>
            </a:r>
            <a:r>
              <a:rPr lang="vi-VN" sz="1400" b="0" i="0" dirty="0">
                <a:effectLst/>
                <a:latin typeface="+mj-lt"/>
              </a:rPr>
              <a:t> (~31%), thấp hơn đáng kể so với gia đình nhỏ nhưng vẫn cao hơn gia đình lớn, có </a:t>
            </a:r>
            <a:r>
              <a:rPr lang="vi-VN" sz="1400" b="1" i="0" dirty="0">
                <a:effectLst/>
                <a:latin typeface="+mj-lt"/>
              </a:rPr>
              <a:t>tính linh hoạt cao</a:t>
            </a:r>
            <a:r>
              <a:rPr lang="vi-VN" sz="1400" b="0" i="0" dirty="0">
                <a:effectLst/>
                <a:latin typeface="+mj-lt"/>
              </a:rPr>
              <a:t> nhưng thiếu sự hỗ trợ.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sz="1400" b="1" i="0" dirty="0">
                <a:effectLst/>
                <a:latin typeface="+mj-lt"/>
              </a:rPr>
              <a:t>Gia đình lớn (Large)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tỷ lệ sống sót thấp nhất</a:t>
            </a:r>
            <a:r>
              <a:rPr lang="vi-VN" sz="1400" b="0" i="0" dirty="0">
                <a:effectLst/>
                <a:latin typeface="+mj-lt"/>
              </a:rPr>
              <a:t> (~17%), cho thấy việc đi cùng nhiều thành viên gia đình </a:t>
            </a:r>
            <a:r>
              <a:rPr lang="vi-VN" sz="1400" b="1" i="0" dirty="0">
                <a:effectLst/>
                <a:latin typeface="+mj-lt"/>
              </a:rPr>
              <a:t>gây khó khăn trong di chuyển và thoát hiểm</a:t>
            </a:r>
            <a:r>
              <a:rPr lang="en-US" sz="1400" b="1" i="0" dirty="0">
                <a:effectLst/>
                <a:latin typeface="+mj-lt"/>
              </a:rPr>
              <a:t>.</a:t>
            </a:r>
            <a:endParaRPr lang="vi-VN" sz="14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8916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36528E-87AF-4E42-92F1-AAC900B4A5F6}"/>
              </a:ext>
            </a:extLst>
          </p:cNvPr>
          <p:cNvSpPr/>
          <p:nvPr/>
        </p:nvSpPr>
        <p:spPr>
          <a:xfrm>
            <a:off x="1475509" y="5622181"/>
            <a:ext cx="1775362" cy="8728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Titanic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9761D-BFEB-481C-87F1-1938B9D4BBBE}"/>
              </a:ext>
            </a:extLst>
          </p:cNvPr>
          <p:cNvSpPr/>
          <p:nvPr/>
        </p:nvSpPr>
        <p:spPr>
          <a:xfrm>
            <a:off x="1475509" y="3212274"/>
            <a:ext cx="1775362" cy="87283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2C993-A814-41A9-906B-43E27F6CA0FC}"/>
              </a:ext>
            </a:extLst>
          </p:cNvPr>
          <p:cNvSpPr/>
          <p:nvPr/>
        </p:nvSpPr>
        <p:spPr>
          <a:xfrm>
            <a:off x="4933938" y="1691178"/>
            <a:ext cx="1822371" cy="7916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C81E8-E568-48F9-A393-555BEC9F2FE3}"/>
              </a:ext>
            </a:extLst>
          </p:cNvPr>
          <p:cNvSpPr/>
          <p:nvPr/>
        </p:nvSpPr>
        <p:spPr>
          <a:xfrm>
            <a:off x="4951011" y="4413224"/>
            <a:ext cx="1788226" cy="5225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EE9D35-357F-4B96-8FAE-8949BCBB9D08}"/>
              </a:ext>
            </a:extLst>
          </p:cNvPr>
          <p:cNvSpPr/>
          <p:nvPr/>
        </p:nvSpPr>
        <p:spPr>
          <a:xfrm>
            <a:off x="4959551" y="2802144"/>
            <a:ext cx="1822371" cy="52251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5604E-54BA-4B0D-B218-DEE40723EADA}"/>
              </a:ext>
            </a:extLst>
          </p:cNvPr>
          <p:cNvSpPr/>
          <p:nvPr/>
        </p:nvSpPr>
        <p:spPr>
          <a:xfrm>
            <a:off x="1475509" y="1615174"/>
            <a:ext cx="1822371" cy="8728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 train test 70/30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33192-0E98-4E3D-868B-D6EDDDC8A9D6}"/>
              </a:ext>
            </a:extLst>
          </p:cNvPr>
          <p:cNvSpPr txBox="1"/>
          <p:nvPr/>
        </p:nvSpPr>
        <p:spPr>
          <a:xfrm>
            <a:off x="971794" y="641007"/>
            <a:ext cx="8807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ÁP DỤNG CÁC MÔ HÌNH MÁY HỌC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2A079-34A5-4D57-BC0F-CBCB3059CE0B}"/>
              </a:ext>
            </a:extLst>
          </p:cNvPr>
          <p:cNvCxnSpPr/>
          <p:nvPr/>
        </p:nvCxnSpPr>
        <p:spPr>
          <a:xfrm>
            <a:off x="2357253" y="2558142"/>
            <a:ext cx="0" cy="5225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9485A-4618-422E-A3CA-D8B4B2DF808D}"/>
              </a:ext>
            </a:extLst>
          </p:cNvPr>
          <p:cNvSpPr/>
          <p:nvPr/>
        </p:nvSpPr>
        <p:spPr>
          <a:xfrm>
            <a:off x="926275" y="4535683"/>
            <a:ext cx="1098467" cy="808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C78ED-0E03-4B19-B860-11D6BF2D0034}"/>
              </a:ext>
            </a:extLst>
          </p:cNvPr>
          <p:cNvSpPr/>
          <p:nvPr/>
        </p:nvSpPr>
        <p:spPr>
          <a:xfrm>
            <a:off x="2697183" y="4531632"/>
            <a:ext cx="1098467" cy="808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Chuỗi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F2195C-FCB6-4375-AB7D-961E66F4B08F}"/>
              </a:ext>
            </a:extLst>
          </p:cNvPr>
          <p:cNvCxnSpPr/>
          <p:nvPr/>
        </p:nvCxnSpPr>
        <p:spPr>
          <a:xfrm flipH="1">
            <a:off x="1674421" y="4225375"/>
            <a:ext cx="682832" cy="162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975D28-B341-453F-97A1-3F001F7C02E8}"/>
              </a:ext>
            </a:extLst>
          </p:cNvPr>
          <p:cNvCxnSpPr>
            <a:cxnSpLocks/>
          </p:cNvCxnSpPr>
          <p:nvPr/>
        </p:nvCxnSpPr>
        <p:spPr>
          <a:xfrm>
            <a:off x="2357253" y="4227092"/>
            <a:ext cx="679861" cy="162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64A5635-6D32-4FA4-9135-AA2D298BEBCA}"/>
              </a:ext>
            </a:extLst>
          </p:cNvPr>
          <p:cNvSpPr/>
          <p:nvPr/>
        </p:nvSpPr>
        <p:spPr>
          <a:xfrm>
            <a:off x="4959551" y="3643940"/>
            <a:ext cx="1788227" cy="52548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(Support Vector Machine)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B7FC7F-8189-4AF6-88D5-B1B0A8581BEE}"/>
              </a:ext>
            </a:extLst>
          </p:cNvPr>
          <p:cNvCxnSpPr>
            <a:cxnSpLocks/>
          </p:cNvCxnSpPr>
          <p:nvPr/>
        </p:nvCxnSpPr>
        <p:spPr>
          <a:xfrm flipV="1">
            <a:off x="3502478" y="2120855"/>
            <a:ext cx="1217964" cy="1523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86A4F71-3B13-43F6-9D33-98A45F95E1CA}"/>
              </a:ext>
            </a:extLst>
          </p:cNvPr>
          <p:cNvCxnSpPr>
            <a:cxnSpLocks/>
          </p:cNvCxnSpPr>
          <p:nvPr/>
        </p:nvCxnSpPr>
        <p:spPr>
          <a:xfrm flipV="1">
            <a:off x="3502478" y="3080657"/>
            <a:ext cx="1217964" cy="555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10CF20-3CED-4524-AEAE-8292B42231A3}"/>
              </a:ext>
            </a:extLst>
          </p:cNvPr>
          <p:cNvCxnSpPr>
            <a:cxnSpLocks/>
          </p:cNvCxnSpPr>
          <p:nvPr/>
        </p:nvCxnSpPr>
        <p:spPr>
          <a:xfrm>
            <a:off x="3503221" y="3630326"/>
            <a:ext cx="1217221" cy="276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D8A0BD-2895-422B-8F13-F381CEE9089F}"/>
              </a:ext>
            </a:extLst>
          </p:cNvPr>
          <p:cNvCxnSpPr>
            <a:cxnSpLocks/>
          </p:cNvCxnSpPr>
          <p:nvPr/>
        </p:nvCxnSpPr>
        <p:spPr>
          <a:xfrm>
            <a:off x="3502478" y="3623607"/>
            <a:ext cx="1217964" cy="1050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D8248A-E617-4EF0-AB3A-054A8F24B008}"/>
              </a:ext>
            </a:extLst>
          </p:cNvPr>
          <p:cNvCxnSpPr/>
          <p:nvPr/>
        </p:nvCxnSpPr>
        <p:spPr>
          <a:xfrm>
            <a:off x="2357253" y="5231081"/>
            <a:ext cx="0" cy="332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A86D4D-DA51-4C74-A30E-56682614D354}"/>
              </a:ext>
            </a:extLst>
          </p:cNvPr>
          <p:cNvCxnSpPr>
            <a:cxnSpLocks/>
          </p:cNvCxnSpPr>
          <p:nvPr/>
        </p:nvCxnSpPr>
        <p:spPr>
          <a:xfrm>
            <a:off x="6846126" y="2140460"/>
            <a:ext cx="1157843" cy="1214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7F38747-2F16-433A-AF0E-200B7DEC501E}"/>
              </a:ext>
            </a:extLst>
          </p:cNvPr>
          <p:cNvCxnSpPr>
            <a:cxnSpLocks/>
          </p:cNvCxnSpPr>
          <p:nvPr/>
        </p:nvCxnSpPr>
        <p:spPr>
          <a:xfrm>
            <a:off x="6875813" y="3063401"/>
            <a:ext cx="1110344" cy="365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C509E3D-50EC-4BC4-A218-6AF7CA0A0861}"/>
              </a:ext>
            </a:extLst>
          </p:cNvPr>
          <p:cNvCxnSpPr>
            <a:cxnSpLocks/>
          </p:cNvCxnSpPr>
          <p:nvPr/>
        </p:nvCxnSpPr>
        <p:spPr>
          <a:xfrm flipV="1">
            <a:off x="6863938" y="3574473"/>
            <a:ext cx="1122219" cy="33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BBA8B2A-25BA-4DC6-8C2A-188477988ED4}"/>
              </a:ext>
            </a:extLst>
          </p:cNvPr>
          <p:cNvCxnSpPr>
            <a:cxnSpLocks/>
          </p:cNvCxnSpPr>
          <p:nvPr/>
        </p:nvCxnSpPr>
        <p:spPr>
          <a:xfrm flipV="1">
            <a:off x="6863938" y="3643940"/>
            <a:ext cx="1140031" cy="103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B270F439-9630-4691-9B6B-E1D7945C8DCE}"/>
              </a:ext>
            </a:extLst>
          </p:cNvPr>
          <p:cNvSpPr/>
          <p:nvPr/>
        </p:nvSpPr>
        <p:spPr>
          <a:xfrm>
            <a:off x="8055298" y="3033845"/>
            <a:ext cx="1775362" cy="87283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9D5D3D5-2078-4919-954E-1BF6BC45DE06}"/>
              </a:ext>
            </a:extLst>
          </p:cNvPr>
          <p:cNvCxnSpPr/>
          <p:nvPr/>
        </p:nvCxnSpPr>
        <p:spPr>
          <a:xfrm>
            <a:off x="9880270" y="3473532"/>
            <a:ext cx="385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DB496B1B-C74C-4C4F-8B49-37AE4E2E0666}"/>
              </a:ext>
            </a:extLst>
          </p:cNvPr>
          <p:cNvSpPr/>
          <p:nvPr/>
        </p:nvSpPr>
        <p:spPr>
          <a:xfrm>
            <a:off x="10315828" y="3038081"/>
            <a:ext cx="1140031" cy="8728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0EB232-E981-4813-84FF-CD66C7CF2A04}"/>
              </a:ext>
            </a:extLst>
          </p:cNvPr>
          <p:cNvSpPr txBox="1"/>
          <p:nvPr/>
        </p:nvSpPr>
        <p:spPr>
          <a:xfrm>
            <a:off x="1434805" y="1181581"/>
            <a:ext cx="662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Cây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quy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trình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94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ÁP DỤNG CÁC MÔ HÌNH MÁY HỌC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AA861B-2A2B-4355-BC54-5248D9748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364" y="2307370"/>
            <a:ext cx="609600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481EB-36D8-4A61-8632-252BC9C80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823" y="2161818"/>
            <a:ext cx="6220693" cy="1940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1AD8CE-EC98-487F-AD7A-61966BBEAEB5}"/>
              </a:ext>
            </a:extLst>
          </p:cNvPr>
          <p:cNvSpPr txBox="1"/>
          <p:nvPr/>
        </p:nvSpPr>
        <p:spPr>
          <a:xfrm>
            <a:off x="1490353" y="1412218"/>
            <a:ext cx="684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Kết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quả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chạy</a:t>
            </a:r>
            <a:r>
              <a:rPr lang="en-US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8562FD6-FE8F-401A-804F-C908AF81D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338" y="4626451"/>
            <a:ext cx="870623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accuracy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(0.828),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(0.787)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f1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(0.772),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roc_auc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(0.865).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roc_auc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(0.873).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365FD-461C-4C2D-B7F4-5B64FA516F52}"/>
              </a:ext>
            </a:extLst>
          </p:cNvPr>
          <p:cNvSpPr txBox="1"/>
          <p:nvPr/>
        </p:nvSpPr>
        <p:spPr>
          <a:xfrm>
            <a:off x="7707086" y="1421735"/>
            <a:ext cx="2628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898C821E-EE5B-4665-A5CF-E100F0B8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086" y="1746584"/>
            <a:ext cx="2470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24CB4923-63F9-41AA-AB3E-AD079BD20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086" y="2286876"/>
            <a:ext cx="28144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A339EEB6-F731-4763-950E-924CE4AE5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086" y="2827168"/>
            <a:ext cx="35388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402DD3D2-4BD8-4F98-9475-30F7C8264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086" y="3367460"/>
            <a:ext cx="2927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F1-score.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precision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recall 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E1F71BFD-D649-4667-8A6E-0FD4FE533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086" y="3904113"/>
            <a:ext cx="30460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roc_auc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roc_auc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lường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6173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116280" y="670956"/>
            <a:ext cx="79861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ÁP DỤNG CÁC MÔ HÌNH MÁY HỌC</a:t>
            </a:r>
          </a:p>
          <a:p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No description has been provided for this image">
            <a:extLst>
              <a:ext uri="{FF2B5EF4-FFF2-40B4-BE49-F238E27FC236}">
                <a16:creationId xmlns:a16="http://schemas.microsoft.com/office/drawing/2014/main" id="{B409D278-F8CC-4062-8697-74180D77E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80" y="1353785"/>
            <a:ext cx="6753410" cy="338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7CC4F0-6C3F-414D-BA61-CBC24B1B0760}"/>
              </a:ext>
            </a:extLst>
          </p:cNvPr>
          <p:cNvSpPr txBox="1"/>
          <p:nvPr/>
        </p:nvSpPr>
        <p:spPr>
          <a:xfrm>
            <a:off x="1612757" y="4839194"/>
            <a:ext cx="60950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1" i="0" dirty="0">
                <a:effectLst/>
                <a:latin typeface="+mj-lt"/>
              </a:rPr>
              <a:t>Kết luận:</a:t>
            </a:r>
            <a:endParaRPr lang="vi-VN" sz="1200" b="0" i="0" dirty="0">
              <a:effectLst/>
              <a:latin typeface="+mj-lt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vi-VN" sz="1200" b="1" i="0" dirty="0">
                <a:effectLst/>
                <a:latin typeface="+mj-lt"/>
              </a:rPr>
              <a:t>SVM</a:t>
            </a:r>
            <a:r>
              <a:rPr lang="vi-VN" sz="1200" b="0" i="0" dirty="0">
                <a:effectLst/>
                <a:latin typeface="+mj-lt"/>
              </a:rPr>
              <a:t> và </a:t>
            </a:r>
            <a:r>
              <a:rPr lang="vi-VN" sz="1200" b="1" i="0" dirty="0">
                <a:effectLst/>
                <a:latin typeface="+mj-lt"/>
              </a:rPr>
              <a:t>Logistic Regression</a:t>
            </a:r>
            <a:r>
              <a:rPr lang="vi-VN" sz="1200" b="0" i="0" dirty="0">
                <a:effectLst/>
                <a:latin typeface="+mj-lt"/>
              </a:rPr>
              <a:t> là hai mô hình hiệu quả và ổn định nhất cho bài toán Titanic.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vi-VN" sz="1200" b="0" i="0" dirty="0">
                <a:effectLst/>
                <a:latin typeface="+mj-lt"/>
              </a:rPr>
              <a:t>Ta chọn mô hình </a:t>
            </a:r>
            <a:r>
              <a:rPr lang="vi-VN" sz="1200" b="1" i="0" dirty="0">
                <a:effectLst/>
                <a:latin typeface="+mj-lt"/>
              </a:rPr>
              <a:t>SVM</a:t>
            </a:r>
            <a:r>
              <a:rPr lang="vi-VN" sz="1200" b="0" i="0" dirty="0">
                <a:effectLst/>
                <a:latin typeface="+mj-lt"/>
              </a:rPr>
              <a:t> vì từ biểu đồ so sánh hiệu suất, SVM đạt độ chính xác (Accuracy) và F1-score cao nhất, đồng thời duy trì ROC-AUC ổn định. Mô hình này cân bằng tốt giữa khả năng nhận diện hành khách sống sót và giảm thiểu lỗi phân loại.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CF1E1-4D7B-43E4-AF5D-0DED63EFAC96}"/>
              </a:ext>
            </a:extLst>
          </p:cNvPr>
          <p:cNvSpPr txBox="1"/>
          <p:nvPr/>
        </p:nvSpPr>
        <p:spPr>
          <a:xfrm>
            <a:off x="8131387" y="2001062"/>
            <a:ext cx="29443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>
                <a:effectLst/>
                <a:latin typeface="+mj-lt"/>
              </a:rPr>
              <a:t>S</a:t>
            </a:r>
            <a:r>
              <a:rPr lang="vi-VN" sz="1400" b="1" i="0">
                <a:effectLst/>
                <a:latin typeface="+mj-lt"/>
              </a:rPr>
              <a:t>VM</a:t>
            </a:r>
            <a:r>
              <a:rPr lang="vi-VN" sz="1400" b="0" i="0" dirty="0">
                <a:effectLst/>
                <a:latin typeface="+mj-lt"/>
              </a:rPr>
              <a:t> đạt </a:t>
            </a:r>
            <a:r>
              <a:rPr lang="vi-VN" sz="1400" b="1" i="0" dirty="0">
                <a:effectLst/>
                <a:latin typeface="+mj-lt"/>
              </a:rPr>
              <a:t>Accuracy cao nhất (≈0.83)</a:t>
            </a:r>
            <a:r>
              <a:rPr lang="vi-VN" sz="1400" b="0" i="0" dirty="0">
                <a:effectLst/>
                <a:latin typeface="+mj-lt"/>
              </a:rPr>
              <a:t> và F1 cân bằng tốt.</a:t>
            </a:r>
          </a:p>
          <a:p>
            <a:pPr algn="l"/>
            <a:r>
              <a:rPr lang="vi-VN" sz="1400" b="1" i="0" dirty="0">
                <a:effectLst/>
                <a:latin typeface="+mj-lt"/>
              </a:rPr>
              <a:t>Logistic Regression</a:t>
            </a:r>
            <a:r>
              <a:rPr lang="vi-VN" sz="1400" b="0" i="0" dirty="0">
                <a:effectLst/>
                <a:latin typeface="+mj-lt"/>
              </a:rPr>
              <a:t> có </a:t>
            </a:r>
            <a:r>
              <a:rPr lang="vi-VN" sz="1400" b="1" i="0" dirty="0">
                <a:effectLst/>
                <a:latin typeface="+mj-lt"/>
              </a:rPr>
              <a:t>Recall và ROC-AUC cao nhất</a:t>
            </a:r>
            <a:r>
              <a:rPr lang="vi-VN" sz="1400" b="0" i="0" dirty="0">
                <a:effectLst/>
                <a:latin typeface="+mj-lt"/>
              </a:rPr>
              <a:t>, dự đoán người sống sót tốt.</a:t>
            </a:r>
          </a:p>
          <a:p>
            <a:pPr algn="l"/>
            <a:r>
              <a:rPr lang="vi-VN" sz="1400" b="1" i="0" dirty="0">
                <a:effectLst/>
                <a:latin typeface="+mj-lt"/>
              </a:rPr>
              <a:t>Random Forest</a:t>
            </a:r>
            <a:r>
              <a:rPr lang="vi-VN" sz="1400" b="0" i="0" dirty="0">
                <a:effectLst/>
                <a:latin typeface="+mj-lt"/>
              </a:rPr>
              <a:t> và </a:t>
            </a:r>
            <a:r>
              <a:rPr lang="vi-VN" sz="1400" b="1" i="0" dirty="0">
                <a:effectLst/>
                <a:latin typeface="+mj-lt"/>
              </a:rPr>
              <a:t>Gradient Boosting</a:t>
            </a:r>
            <a:r>
              <a:rPr lang="vi-VN" sz="1400" b="0" i="0" dirty="0">
                <a:effectLst/>
                <a:latin typeface="+mj-lt"/>
              </a:rPr>
              <a:t> kém hơn, dễ overfit và bỏ sót mẫu sống sót.</a:t>
            </a:r>
          </a:p>
        </p:txBody>
      </p:sp>
    </p:spTree>
    <p:extLst>
      <p:ext uri="{BB962C8B-B14F-4D97-AF65-F5344CB8AC3E}">
        <p14:creationId xmlns:p14="http://schemas.microsoft.com/office/powerpoint/2010/main" val="3933136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EC549-93F0-45BF-91A1-FEB39158A1D0}"/>
              </a:ext>
            </a:extLst>
          </p:cNvPr>
          <p:cNvSpPr txBox="1"/>
          <p:nvPr/>
        </p:nvSpPr>
        <p:spPr>
          <a:xfrm>
            <a:off x="1098467" y="670956"/>
            <a:ext cx="79861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ÁP DỤNG CÁC MÔ HÌNH MÁY HỌC</a:t>
            </a:r>
          </a:p>
          <a:p>
            <a:endParaRPr lang="en-US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9B3D4-4BB5-45F2-BE33-0807EB55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48" y="2533994"/>
            <a:ext cx="2749137" cy="224193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2B4484F-3404-4DF1-9988-73073CBD3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614" y="1848776"/>
            <a:ext cx="3141023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duplicated rows found.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 Accuracy: 0.8284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1D493DE-5A62-4B72-A199-CFE084CF0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3065" y="3239462"/>
            <a:ext cx="26937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Survived: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E4697-4AB5-4364-90A0-CD7E1062CA3A}"/>
              </a:ext>
            </a:extLst>
          </p:cNvPr>
          <p:cNvSpPr txBox="1"/>
          <p:nvPr/>
        </p:nvSpPr>
        <p:spPr>
          <a:xfrm>
            <a:off x="1555668" y="1306286"/>
            <a:ext cx="651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b="0" i="0" dirty="0">
                <a:solidFill>
                  <a:schemeClr val="accent2"/>
                </a:solidFill>
                <a:effectLst/>
                <a:latin typeface="+mj-lt"/>
              </a:rPr>
              <a:t>Áp dụng mô hình tốt nhất và lưu kết quả</a:t>
            </a:r>
          </a:p>
        </p:txBody>
      </p:sp>
    </p:spTree>
    <p:extLst>
      <p:ext uri="{BB962C8B-B14F-4D97-AF65-F5344CB8AC3E}">
        <p14:creationId xmlns:p14="http://schemas.microsoft.com/office/powerpoint/2010/main" val="2294110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09796E-68F1-4108-800D-81F33C6E848A}"/>
              </a:ext>
            </a:extLst>
          </p:cNvPr>
          <p:cNvSpPr txBox="1"/>
          <p:nvPr/>
        </p:nvSpPr>
        <p:spPr>
          <a:xfrm>
            <a:off x="2307943" y="2413337"/>
            <a:ext cx="75761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Cảm </a:t>
            </a:r>
            <a:r>
              <a:rPr lang="vi-VN" sz="600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n các bạn đã xem</a:t>
            </a:r>
          </a:p>
        </p:txBody>
      </p:sp>
    </p:spTree>
    <p:extLst>
      <p:ext uri="{BB962C8B-B14F-4D97-AF65-F5344CB8AC3E}">
        <p14:creationId xmlns:p14="http://schemas.microsoft.com/office/powerpoint/2010/main" val="2733610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1475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system-ui</vt:lpstr>
      <vt:lpstr>Times New Roman</vt:lpstr>
      <vt:lpstr>Office Theme</vt:lpstr>
      <vt:lpstr>DỰ ĐOÁN KHẢ NĂNG SỐNG SÓT TRÊN TÀU TITANIC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ĐOÁN KHẢ NĂNG SỐNG SÓT TRÊN TÀU TITANIC</dc:title>
  <dc:creator>duylethanh11l121@gmail.com</dc:creator>
  <cp:lastModifiedBy>minh</cp:lastModifiedBy>
  <cp:revision>20</cp:revision>
  <dcterms:created xsi:type="dcterms:W3CDTF">2025-10-30T14:36:06Z</dcterms:created>
  <dcterms:modified xsi:type="dcterms:W3CDTF">2025-11-01T01:48:50Z</dcterms:modified>
</cp:coreProperties>
</file>